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65" r:id="rId5"/>
    <p:sldId id="258" r:id="rId6"/>
    <p:sldId id="266" r:id="rId7"/>
    <p:sldId id="267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D200"/>
    <a:srgbClr val="497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BA7775-86CF-EDE2-7C97-06F873DCD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3982349"/>
            <a:ext cx="5491611" cy="1412495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EE0D74FB-C13D-547A-1A80-14F678C14DA0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CFC98B-1955-A0FD-EDC0-11F5FC91E6F0}"/>
              </a:ext>
            </a:extLst>
          </p:cNvPr>
          <p:cNvSpPr txBox="1"/>
          <p:nvPr/>
        </p:nvSpPr>
        <p:spPr>
          <a:xfrm>
            <a:off x="89512" y="3048409"/>
            <a:ext cx="620907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379770-F4F8-C24E-9A52-7F2525E4B7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02" y="5456750"/>
            <a:ext cx="1629002" cy="7525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BFCEAF7-6F4B-C150-A77D-F3B6190A4811}"/>
              </a:ext>
            </a:extLst>
          </p:cNvPr>
          <p:cNvSpPr txBox="1"/>
          <p:nvPr/>
        </p:nvSpPr>
        <p:spPr>
          <a:xfrm>
            <a:off x="6362702" y="3048409"/>
            <a:ext cx="5369336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125388A-C2DB-F09F-C970-36DFF4A441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977" y="3504944"/>
            <a:ext cx="5611008" cy="7784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9D0F4E2-9C37-CF84-EEA7-5784644B1E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2" y="4332325"/>
            <a:ext cx="1512881" cy="103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93935-86BA-E62E-18E0-EBB647B95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7D91135-CFAE-6C5F-0F36-828F47B13A1B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BFAC154-9DDA-1874-3160-5A23D1DCD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13D82559-0C35-5F04-0888-2A80F7BDC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2FB983-1E6F-C320-95F6-44A45B9CCB07}"/>
              </a:ext>
            </a:extLst>
          </p:cNvPr>
          <p:cNvSpPr txBox="1"/>
          <p:nvPr/>
        </p:nvSpPr>
        <p:spPr>
          <a:xfrm>
            <a:off x="216015" y="1002248"/>
            <a:ext cx="617957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E0516E-FD41-AE5C-1EBC-61F8CA64C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1473216"/>
            <a:ext cx="4496427" cy="8720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1D639C-E888-5DC1-87D6-0EE163F92D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71" y="2345250"/>
            <a:ext cx="1628006" cy="10998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ECA286-8FF4-F462-0C8B-D6966FD2B2EF}"/>
              </a:ext>
            </a:extLst>
          </p:cNvPr>
          <p:cNvSpPr txBox="1"/>
          <p:nvPr/>
        </p:nvSpPr>
        <p:spPr>
          <a:xfrm>
            <a:off x="5345928" y="1973072"/>
            <a:ext cx="6179574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232843-EAB6-C723-2772-CB2207EF7C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928" y="2947236"/>
            <a:ext cx="6630057" cy="9021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4E964D-0552-7367-65E6-7B511D97B9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928" y="3892847"/>
            <a:ext cx="1742426" cy="90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4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F0B80-7020-5C44-68E7-D98611EB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AE4022B3-DCB9-55DC-02EB-5F0BA784FB0A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277493E3-3B70-8FF5-5CCB-3B001F2F7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D3A50D31-63E4-5084-CB27-716251341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">
            <a:extLst>
              <a:ext uri="{FF2B5EF4-FFF2-40B4-BE49-F238E27FC236}">
                <a16:creationId xmlns:a16="http://schemas.microsoft.com/office/drawing/2014/main" id="{007AE390-CEC5-130A-DEE6-AC6066FF35D8}"/>
              </a:ext>
            </a:extLst>
          </p:cNvPr>
          <p:cNvSpPr txBox="1"/>
          <p:nvPr/>
        </p:nvSpPr>
        <p:spPr>
          <a:xfrm>
            <a:off x="89512" y="845282"/>
            <a:ext cx="519240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FE5894-70BA-166F-3600-3D7A6A3324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4" y="3282271"/>
            <a:ext cx="7467895" cy="27304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14BA9D-7C71-6B42-1188-53E8703A6DDD}"/>
              </a:ext>
            </a:extLst>
          </p:cNvPr>
          <p:cNvSpPr txBox="1"/>
          <p:nvPr/>
        </p:nvSpPr>
        <p:spPr>
          <a:xfrm>
            <a:off x="216015" y="1571504"/>
            <a:ext cx="61869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11F69A-ED14-7F71-C8E1-A044D0BAE9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511" y="4877825"/>
            <a:ext cx="5100779" cy="175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656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9DD4A-B7E5-57E0-A141-FC57CA1A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262D2233-5353-17FD-BF8E-8360D867EA63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A7C8FB28-B976-24BB-D053-44AC3DE3F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12DC5BFE-07F4-60F0-EB74-84EE4EA72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28B665-3D26-9A10-6FE9-47C69F098A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66" y="2647559"/>
            <a:ext cx="7766322" cy="38269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BDD565-3763-5E99-7F40-53CEFD5DCEE6}"/>
              </a:ext>
            </a:extLst>
          </p:cNvPr>
          <p:cNvSpPr txBox="1"/>
          <p:nvPr/>
        </p:nvSpPr>
        <p:spPr>
          <a:xfrm>
            <a:off x="283627" y="865571"/>
            <a:ext cx="61795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8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ABB4C3-D71D-B55A-EA30-1EE2BC3AF4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48" y="960318"/>
            <a:ext cx="4153659" cy="285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3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5F0D9A-0BF4-171D-9C8F-8248F5C6368C}"/>
              </a:ext>
            </a:extLst>
          </p:cNvPr>
          <p:cNvSpPr txBox="1"/>
          <p:nvPr/>
        </p:nvSpPr>
        <p:spPr>
          <a:xfrm>
            <a:off x="159309" y="899914"/>
            <a:ext cx="6179574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8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DA3D2B-FBF3-5FB0-258E-7D5ECD7CB8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2924873"/>
            <a:ext cx="6718827" cy="3222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CC6CF3-FA7B-922F-0945-224A5C9DD6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111" y="1758646"/>
            <a:ext cx="5353797" cy="18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50699-1528-A978-6A90-1B5A36E2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109E384-60BA-CF8D-CD21-E49474A92EFD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AC0723CD-797F-D527-6D37-603AE9E97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81BC5D2C-8D04-A4A6-E9F7-6DA9A7B68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2CFFA0-9991-8427-2FB1-B5082E98E5D9}"/>
              </a:ext>
            </a:extLst>
          </p:cNvPr>
          <p:cNvSpPr txBox="1"/>
          <p:nvPr/>
        </p:nvSpPr>
        <p:spPr>
          <a:xfrm>
            <a:off x="216015" y="969420"/>
            <a:ext cx="6179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8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88F9F5-AABA-6319-9102-219F3BBAE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1922869"/>
            <a:ext cx="5879985" cy="17814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44324B-1E27-086B-D837-B33D7203B5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3459364"/>
            <a:ext cx="3131862" cy="30284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41306C-95A7-68F0-F100-FEC3ADE20A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029" y="4076259"/>
            <a:ext cx="7459116" cy="24446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151CEE-4E29-3A3E-A893-10595CFC5F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866" y="3627443"/>
            <a:ext cx="2709059" cy="14073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EAB9728-0ACB-2020-68F6-74A4D2B4B8C1}"/>
              </a:ext>
            </a:extLst>
          </p:cNvPr>
          <p:cNvSpPr txBox="1"/>
          <p:nvPr/>
        </p:nvSpPr>
        <p:spPr>
          <a:xfrm>
            <a:off x="6181780" y="2734891"/>
            <a:ext cx="587998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</p:txBody>
      </p:sp>
    </p:spTree>
    <p:extLst>
      <p:ext uri="{BB962C8B-B14F-4D97-AF65-F5344CB8AC3E}">
        <p14:creationId xmlns:p14="http://schemas.microsoft.com/office/powerpoint/2010/main" val="2316280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99F18-4C01-3FC7-B88C-BF81322B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3929A079-4D24-8FBC-D17D-E0C161B38F8C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E2BD33F3-A649-20F3-640D-B505BE079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F28E5886-566A-3AD9-6BB0-CB9F1786F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3E163B-2A07-E9D5-E10F-1F0FDFA413F3}"/>
              </a:ext>
            </a:extLst>
          </p:cNvPr>
          <p:cNvSpPr txBox="1"/>
          <p:nvPr/>
        </p:nvSpPr>
        <p:spPr>
          <a:xfrm>
            <a:off x="216015" y="967007"/>
            <a:ext cx="61795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105452-35B8-3D45-51D3-E1AE81F8B9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2009263"/>
            <a:ext cx="5379613" cy="24647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63D5B4-7CD3-5F50-66DE-615E323AFA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86" y="4474028"/>
            <a:ext cx="2524477" cy="12384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D948FB-9514-03D6-6BF0-CEF3152E66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411" y="3869872"/>
            <a:ext cx="6179574" cy="29188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A38251-A943-008D-8032-EF2214C294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572" y="2688607"/>
            <a:ext cx="4858428" cy="11812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E3BB207-B463-926D-A642-B1B1D7509492}"/>
              </a:ext>
            </a:extLst>
          </p:cNvPr>
          <p:cNvSpPr txBox="1"/>
          <p:nvPr/>
        </p:nvSpPr>
        <p:spPr>
          <a:xfrm>
            <a:off x="6596374" y="1172304"/>
            <a:ext cx="55803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</p:txBody>
      </p:sp>
    </p:spTree>
    <p:extLst>
      <p:ext uri="{BB962C8B-B14F-4D97-AF65-F5344CB8AC3E}">
        <p14:creationId xmlns:p14="http://schemas.microsoft.com/office/powerpoint/2010/main" val="4096043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FC16F-D964-1DCD-8957-08A8C938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C963D2B-238F-4143-59B7-A20C142D6B17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36E11615-3F79-324F-634F-7B75C7216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3DC0490C-4AFA-8316-E06C-FC17CF1C5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16735F-0944-2DBA-D881-9DF241FA9633}"/>
              </a:ext>
            </a:extLst>
          </p:cNvPr>
          <p:cNvSpPr txBox="1"/>
          <p:nvPr/>
        </p:nvSpPr>
        <p:spPr>
          <a:xfrm>
            <a:off x="2047568" y="2282541"/>
            <a:ext cx="80968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735641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351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40rj9</cp:lastModifiedBy>
  <cp:revision>31</cp:revision>
  <dcterms:created xsi:type="dcterms:W3CDTF">2024-06-24T12:27:37Z</dcterms:created>
  <dcterms:modified xsi:type="dcterms:W3CDTF">2025-04-27T05:30:37Z</dcterms:modified>
</cp:coreProperties>
</file>